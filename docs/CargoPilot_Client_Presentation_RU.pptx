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822960"/>
            <a:ext cx="3657600" cy="3657600"/>
          </a:xfrm>
          <a:prstGeom prst="roundRect">
            <a:avLst>
              <a:gd name="adj" fmla="val 3750"/>
            </a:avLst>
          </a:prstGeom>
          <a:solidFill>
            <a:srgbClr val="1E293B">
              <a:alpha val="85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CargoPilot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Цифровая операционная платформа для современной логистики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Презентация для клиента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35508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CargoPilot •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Проблема рынка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Почему логистические команды теряют деньги и скорость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" y="209397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011680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Разрозненные инструменты: Excel, чаты и звонки без единого контура управления.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86384" y="260604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523744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Низкая прозрачность статусов: руководитель видит проблему слишком поздно.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86384" y="31181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035808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Ошибки в ручных процессах приводят к задержкам и финансовым потерям.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86384" y="363016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547872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Нет единой зоны ответственности по ролям и операциям.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635508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Наше решение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Единая система для операционного и финансового контроля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" y="209397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011680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платформа: менеджер, склад, клиент работают в отдельных кабинетах.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86384" y="260604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523744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 Center для живой очереди, массовых операций и быстрых решений.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86384" y="31181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035808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Контроль денег и операционных KPI в одном интерфейсе.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86384" y="363016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547872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Готовность к масштабированию без хаоса в процессах.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635508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Ключевые возможности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Функциональность, которая дает прямой бизнес-эффект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" y="209397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011680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Dispatch Center: фильтры, поиск, batch-операции, контроль очереди.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86384" y="260604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523744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Управление заказами: назначение водителя и массовые переходы статусов.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86384" y="31181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035808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Справочники: клиенты, водители, склады, прайсинг и SLA-правила.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86384" y="363016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547872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Клиентский кабинет: создание отправлений, отслеживание, CSV импорт.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31520" y="406908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432511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3x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60120" y="4736592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быстрее обработка операционных задач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26280" y="406908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432511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↓ Ошибки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54880" y="4736592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меньше ручных ошибок и дублирования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321040" y="406908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50800" dir="2700000">
              <a:srgbClr val="94A3B8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49640" y="432511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24/7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549640" y="4736592"/>
            <a:ext cx="3154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прозрачность статусов и очередей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635508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Финансовый контроль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Прозрачное движение наличных и ответственность по каждому этапу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" y="209397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011680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Очереди cash-операций: сбор, передача, закрытие с фиксируемыми событиями.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86384" y="260604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523744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История операций и контроль расхождений на уровне заказа и сотрудника.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86384" y="31181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035808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Снижение спорных кейсов благодаря структурированному процессу.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86384" y="363016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547872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Готовая база для будущей автоматизации сверок.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635508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Аналитика для руководителя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Решения на данных, а не на интуиции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" y="209397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011680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Дашборды по статусам, нагрузке, узким местам и скорости обработки.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86384" y="260604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523744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Операционные и финансовые срезы для контроля эффективности команды.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86384" y="31181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035808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Быстрая реакция на отклонения через live-представление данных.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86384" y="363016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547872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Единая управленческая картина без ручной консолидации отчетов.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635508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Роли и безопасность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Четкое разграничение прав и действий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" y="209397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011680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Менеджер: полный контроль, аналитика, диспетчеризация, справочники.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86384" y="260604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523744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Склад: только складские операции и соответствующие статусы.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86384" y="31181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035808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Клиент: создание заказов, импорт, отслеживание своих отправлений.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86384" y="363016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547872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Контроль доступа снижает риски и повышает дисциплину процессов.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635508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Один день в CargoPilot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Как платформа работает в реальном операционном цикле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" y="209397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011680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Заказы поступают в единую очередь и сразу видны диспетчеру.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86384" y="260604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523744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Менеджер выполняет batch-назначение и обновление статусов.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86384" y="31181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035808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Склад и водитель обрабатывают свои этапы в рамках роли.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86384" y="363016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547872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Руководитель видит KPI и денежные потоки в режиме онлайн.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635508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Бизнес-эффект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получает компания после внедрения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" y="209397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011680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Ускорение операционных процессов и рост пропускной способности.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86384" y="260604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523744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Снижение потерь из-за ошибок и непрозрачных переходов.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86384" y="31181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035808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Единый контроль заказов, денег и исполнительской дисциплины.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86384" y="363016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547872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Подготовленная цифровая база для масштабирования бизнеса.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635508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Roadmap развития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Следующие шаги для усиления качества сервиса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" y="209397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011680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POD-подтверждение доставки: подпись получателя на экране устройства.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86384" y="260604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523744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Офлайн-режим для доставки и синхронизация после восстановления связи.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86384" y="31181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035808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Автоматическая очистка локальных данных после безопасной загрузки.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86384" y="363016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547872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Расширенный аудит и контроль спорных кейсов.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635508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План внедрения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Быстрый запуск с измеримым результатом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" y="209397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011680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Неделя 1: аудит процессов и настройка ролевой модели.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86384" y="260604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523744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Неделя 2: запуск ядра (dispatch + cash control + контроль статусов).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86384" y="31181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035808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Неделя 3: обучение команды и фиксация KPI до/после.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86384" y="363016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547872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Неделя 4: стабилизация, оптимизация и подготовка к масштабированию.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635508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8016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Давайте запустим пилот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148840"/>
            <a:ext cx="886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дней пилота • прозрачные KPI • быстрый бизнес-результат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880360"/>
            <a:ext cx="3840480" cy="640080"/>
          </a:xfrm>
          <a:prstGeom prst="roundRect">
            <a:avLst>
              <a:gd name="adj" fmla="val 11429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07238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Старт проекта на этой неделе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35508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CargoPilot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CargoPilot - Коммерческая презентация</dc:title>
  <dc:subject>Client pitch deck</dc:subject>
  <dc:creator>CargoPilot</dc:creator>
  <cp:lastModifiedBy>CargoPilot</cp:lastModifiedBy>
  <cp:revision>1</cp:revision>
  <dcterms:created xsi:type="dcterms:W3CDTF">2026-04-20T12:04:52Z</dcterms:created>
  <dcterms:modified xsi:type="dcterms:W3CDTF">2026-04-20T12:04:52Z</dcterms:modified>
</cp:coreProperties>
</file>